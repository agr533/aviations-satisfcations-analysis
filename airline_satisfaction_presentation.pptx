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AdaBoost</c:v>
                  </c:pt>
                  <c:pt idx="3">
                    <c:v>KNN</c:v>
                  </c:pt>
                  <c:pt idx="4">
                    <c:v>SVC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96.4</c:v>
                </c:pt>
                <c:pt idx="1">
                  <c:v>96.3</c:v>
                </c:pt>
                <c:pt idx="2">
                  <c:v>92.3</c:v>
                </c:pt>
                <c:pt idx="3">
                  <c:v>74.7</c:v>
                </c:pt>
                <c:pt idx="4">
                  <c:v>59.8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Neutral / Dissatisfied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Business</c:v>
                  </c:pt>
                  <c:pt idx="1">
                    <c:v>Economy</c:v>
                  </c:pt>
                  <c:pt idx="2">
                    <c:v>Economy Plus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47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Satisfied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Business</c:v>
                  </c:pt>
                  <c:pt idx="1">
                    <c:v>Economy</c:v>
                  </c:pt>
                  <c:pt idx="2">
                    <c:v>Economy Plus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</c:v>
                </c:pt>
                <c:pt idx="1">
                  <c:v>11</c:v>
                </c:pt>
                <c:pt idx="2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09728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46634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Passenger Satisfaction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passenger experience from survey and service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aera  |  BIT 4.2C — Programming for Data Analytics  |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Am 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EA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 BIT 4.2C — Programming for Data Analytics, building a foundation across data, software, and business thinking.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A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0" y="30632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coursework in Python, pandas, NumPy, visualization, and statistics — applied here to a real-world dataset end to 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0" y="42976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decisions — the intersection of analytics and product thinking.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why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217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run satisfaction surveys constantly, but usually analyze them only after the fact — once a passenger has already churned.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56.6% of surveyed passengers were Neutral or Dissatisfied.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satisfaction can be predicted from a passenger's profile and service ratings, an airline can flag at-risk passengers and intervene on the specific service factors that matter most — before losing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2011680"/>
            <a:ext cx="4389120" cy="3931920"/>
          </a:xfrm>
          <a:prstGeom prst="roundRect">
            <a:avLst>
              <a:gd name="adj" fmla="val 2791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49808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surveyed passengers were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or Dissatisfied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4572000"/>
            <a:ext cx="3291840" cy="0"/>
          </a:xfrm>
          <a:prstGeom prst="line">
            <a:avLst/>
          </a:prstGeom>
          <a:noFill/>
          <a:ln w="12700">
            <a:solidFill>
              <a:srgbClr val="C9D6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4754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model turns this survey data into an early-warning tool, not just a retrospective report.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survey data: 129,880 passengers x 24 columns — demographics, trip details, and 0-5 service ratings, plus the Satisfaction target.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423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 (Kaggle) — airline passenger satisfaction survey.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343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column had missing values: Arrival Delay (393 rows, ~0.3%). No duplicate records found.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41605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4343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4846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Arrival Delay values filled with the median (robust to extreme delay outliers). Categorical fields encoded for modeling.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solution works,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8346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data)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3520440"/>
            <a:ext cx="18288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28346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(pandas,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3520440"/>
            <a:ext cx="18288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8346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(scipy)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3520440"/>
            <a:ext cx="18288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9516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28346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(RF, XGBoost,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AdaBoost...)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3520440"/>
            <a:ext cx="18288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28346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next: wrap the trained model in a small Streamlit app so a user can input passenger details and get a live prediction.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(accuracy)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vs. Satisfaction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210312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Streamlit prediction tool so the model is usable, not just analyzed.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feature scaling to improve KNN and SVC, which underperformed on unscaled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XGBoost hyperparameters for further gains beyond the current 96.4% accuracy.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project summary via GitHub Pages.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463040"/>
            <a:ext cx="0" cy="3931920"/>
          </a:xfrm>
          <a:prstGeom prst="line">
            <a:avLst/>
          </a:prstGeom>
          <a:noFill/>
          <a:ln w="12700">
            <a:solidFill>
              <a:srgbClr val="E3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0" y="18745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and visualization — the dataset was clean and well-structured from the start.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Challenging: </a:t>
            </a:r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encoded and raw versions of the data straight across cleaning, visualization, and modeling steps without breaking earlier cells.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 Satisfaction — Predicting the Passenger Experience</dc:title>
  <dc:subject>PptxGenJS Presentation</dc:subject>
  <dc:creator>aera</dc:creator>
  <cp:lastModifiedBy>aera</cp:lastModifiedBy>
  <cp:revision>1</cp:revision>
  <dcterms:created xsi:type="dcterms:W3CDTF">2026-07-01T18:35:52Z</dcterms:created>
  <dcterms:modified xsi:type="dcterms:W3CDTF">2026-07-01T18:35:52Z</dcterms:modified>
</cp:coreProperties>
</file>